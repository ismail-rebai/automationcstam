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TENDER-005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Développement d'une application mobile de transport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Société des Transports de Tunis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Société des Transports de Tunis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PLATEFORME MODERNE DE DONNÉES &amp; ANALYTICS DÉCISIONNEL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Plateforme Moderne de Données &amp; Analytics Décisionnel.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Pipeline ETL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Apache Airflow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Python Fastparquet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dbt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Stockage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 Lakehouse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MinIO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Visualisation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Power BI Embedded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Superset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 Swarm / K8s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Linux Debian Hardened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Ines Ben Mahmoud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Mobile Developer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Mobile Developer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CV-015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Sofiane Jerbi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Mobile Developer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Mobile Developer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CV-016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